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5" r:id="rId7"/>
    <p:sldId id="261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Geist" panose="020B0604020202020204" pitchFamily="34" charset="0"/>
      <p:regular r:id="rId19"/>
    </p:embeddedFont>
    <p:embeddedFont>
      <p:font typeface="Inter" panose="020B0604020202020204" pitchFamily="34" charset="0"/>
      <p:regular r:id="rId20"/>
    </p:embeddedFont>
    <p:embeddedFont>
      <p:font typeface="Libre Baskerville" panose="02000000000000000000" pitchFamily="2" charset="0"/>
      <p:regular r:id="rId21"/>
      <p:bold r:id="rId22"/>
      <p: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Slab" pitchFamily="2" charset="0"/>
      <p:regular r:id="rId28"/>
      <p:bold r:id="rId2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5EF"/>
    <a:srgbClr val="76B9FF"/>
    <a:srgbClr val="206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040" autoAdjust="0"/>
  </p:normalViewPr>
  <p:slideViewPr>
    <p:cSldViewPr snapToGrid="0" snapToObjects="1">
      <p:cViewPr varScale="1">
        <p:scale>
          <a:sx n="87" d="100"/>
          <a:sy n="87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20245A-3ED3-4363-9904-ABC2E61EBD5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BC18CB9-1179-4391-9640-F52F791A1337}">
      <dgm:prSet phldrT="[Текст]" custT="1"/>
      <dgm:spPr/>
      <dgm:t>
        <a:bodyPr/>
        <a:lstStyle/>
        <a:p>
          <a:r>
            <a:rPr lang="ru-RU" sz="2200" b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Разработать систему аутентификации</a:t>
          </a:r>
          <a:endParaRPr lang="ru-RU" sz="2200" b="0"/>
        </a:p>
      </dgm:t>
    </dgm:pt>
    <dgm:pt modelId="{5F812CF2-FE46-419C-B434-23F3503A94BE}" type="parTrans" cxnId="{9127D14B-D6FD-4F22-B051-5CEE9AB5B663}">
      <dgm:prSet/>
      <dgm:spPr/>
      <dgm:t>
        <a:bodyPr/>
        <a:lstStyle/>
        <a:p>
          <a:endParaRPr lang="ru-RU" sz="2200" b="0"/>
        </a:p>
      </dgm:t>
    </dgm:pt>
    <dgm:pt modelId="{08A55056-1A29-4360-92DC-F123F488D73F}" type="sibTrans" cxnId="{9127D14B-D6FD-4F22-B051-5CEE9AB5B663}">
      <dgm:prSet custT="1"/>
      <dgm:spPr/>
      <dgm:t>
        <a:bodyPr/>
        <a:lstStyle/>
        <a:p>
          <a:endParaRPr lang="ru-RU" sz="2200" b="0"/>
        </a:p>
      </dgm:t>
    </dgm:pt>
    <dgm:pt modelId="{89B91C2C-25B5-4DC2-9DBB-189ED011119E}">
      <dgm:prSet phldrT="[Текст]" phldr="1"/>
      <dgm:spPr/>
      <dgm:t>
        <a:bodyPr/>
        <a:lstStyle/>
        <a:p>
          <a:endParaRPr lang="ru-RU" sz="2200" b="0"/>
        </a:p>
      </dgm:t>
    </dgm:pt>
    <dgm:pt modelId="{296318A3-73FD-4E84-A626-1A1A3F499E6F}" type="parTrans" cxnId="{9B687A70-3D79-43C7-81D1-54288A0CFA00}">
      <dgm:prSet/>
      <dgm:spPr/>
      <dgm:t>
        <a:bodyPr/>
        <a:lstStyle/>
        <a:p>
          <a:endParaRPr lang="ru-RU" sz="2200" b="0"/>
        </a:p>
      </dgm:t>
    </dgm:pt>
    <dgm:pt modelId="{E5721079-3CDB-4170-965D-A250BE7A563D}" type="sibTrans" cxnId="{9B687A70-3D79-43C7-81D1-54288A0CFA00}">
      <dgm:prSet/>
      <dgm:spPr/>
      <dgm:t>
        <a:bodyPr/>
        <a:lstStyle/>
        <a:p>
          <a:endParaRPr lang="ru-RU" sz="2200" b="0"/>
        </a:p>
      </dgm:t>
    </dgm:pt>
    <dgm:pt modelId="{BA9A4525-D508-4E6A-9CD8-8ADC32B7CAC6}">
      <dgm:prSet phldrT="[Текст]" phldr="1"/>
      <dgm:spPr/>
      <dgm:t>
        <a:bodyPr/>
        <a:lstStyle/>
        <a:p>
          <a:endParaRPr lang="ru-RU" sz="2200" b="0"/>
        </a:p>
      </dgm:t>
    </dgm:pt>
    <dgm:pt modelId="{76F33D79-5FEF-43AC-9657-A6320194D804}" type="parTrans" cxnId="{3A9BEB77-ED7A-44F1-88B8-882DF006DCC9}">
      <dgm:prSet/>
      <dgm:spPr/>
      <dgm:t>
        <a:bodyPr/>
        <a:lstStyle/>
        <a:p>
          <a:endParaRPr lang="ru-RU" sz="2200" b="0"/>
        </a:p>
      </dgm:t>
    </dgm:pt>
    <dgm:pt modelId="{60A6EA43-4493-40D5-93B0-2F7BE974919C}" type="sibTrans" cxnId="{3A9BEB77-ED7A-44F1-88B8-882DF006DCC9}">
      <dgm:prSet/>
      <dgm:spPr/>
      <dgm:t>
        <a:bodyPr/>
        <a:lstStyle/>
        <a:p>
          <a:endParaRPr lang="ru-RU" sz="2200" b="0"/>
        </a:p>
      </dgm:t>
    </dgm:pt>
    <dgm:pt modelId="{2425B732-F5B2-4ACD-BE87-7F411083CE32}">
      <dgm:prSet custT="1"/>
      <dgm:spPr/>
      <dgm:t>
        <a:bodyPr/>
        <a:lstStyle/>
        <a:p>
          <a:r>
            <a:rPr lang="ru-RU" sz="2200" b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Реализовать базу данных для приложения</a:t>
          </a:r>
          <a:endParaRPr lang="ru-RU" sz="2200" b="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gm:t>
    </dgm:pt>
    <dgm:pt modelId="{FBAC6438-267E-4B88-9098-B5966B34A9AD}" type="parTrans" cxnId="{611854D5-9FBC-450E-B379-07E889AD024F}">
      <dgm:prSet/>
      <dgm:spPr/>
      <dgm:t>
        <a:bodyPr/>
        <a:lstStyle/>
        <a:p>
          <a:endParaRPr lang="ru-RU" sz="2200" b="0"/>
        </a:p>
      </dgm:t>
    </dgm:pt>
    <dgm:pt modelId="{8CE9BAA8-372E-430D-96D9-AACC09B4035A}" type="sibTrans" cxnId="{611854D5-9FBC-450E-B379-07E889AD024F}">
      <dgm:prSet custT="1"/>
      <dgm:spPr/>
      <dgm:t>
        <a:bodyPr/>
        <a:lstStyle/>
        <a:p>
          <a:endParaRPr lang="ru-RU" sz="2200" b="0"/>
        </a:p>
      </dgm:t>
    </dgm:pt>
    <dgm:pt modelId="{A157BFA6-5430-448B-88E1-2773CEB42203}">
      <dgm:prSet custT="1"/>
      <dgm:spPr/>
      <dgm:t>
        <a:bodyPr/>
        <a:lstStyle/>
        <a:p>
          <a:r>
            <a:rPr lang="ru-RU" sz="2200" b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Создать  удобный и понятный для обучения интерфейс</a:t>
          </a:r>
          <a:endParaRPr lang="ru-RU" sz="2200" b="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gm:t>
    </dgm:pt>
    <dgm:pt modelId="{1B48D359-62A2-460C-8C4F-9928D773844C}" type="parTrans" cxnId="{22425000-5E36-42F7-BD58-B8A91868AC77}">
      <dgm:prSet/>
      <dgm:spPr/>
      <dgm:t>
        <a:bodyPr/>
        <a:lstStyle/>
        <a:p>
          <a:endParaRPr lang="ru-RU" sz="2200" b="0"/>
        </a:p>
      </dgm:t>
    </dgm:pt>
    <dgm:pt modelId="{C39A32FB-3FCC-4BF1-9AE7-C6EA70C51EBD}" type="sibTrans" cxnId="{22425000-5E36-42F7-BD58-B8A91868AC77}">
      <dgm:prSet custT="1"/>
      <dgm:spPr/>
      <dgm:t>
        <a:bodyPr/>
        <a:lstStyle/>
        <a:p>
          <a:endParaRPr lang="ru-RU" sz="2200" b="0"/>
        </a:p>
      </dgm:t>
    </dgm:pt>
    <dgm:pt modelId="{C86181BF-1B47-4CCD-8888-0820262A2921}">
      <dgm:prSet custT="1"/>
      <dgm:spPr/>
      <dgm:t>
        <a:bodyPr/>
        <a:lstStyle/>
        <a:p>
          <a:r>
            <a:rPr lang="ru-RU" sz="2200" b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Реализовать модульную, последовательную систему обучения</a:t>
          </a:r>
          <a:endParaRPr lang="ru-RU" sz="2200" b="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gm:t>
    </dgm:pt>
    <dgm:pt modelId="{3C0C9616-56B2-4BB3-9BEE-44E305472D6B}" type="parTrans" cxnId="{F71E38CF-6D35-44B4-A46D-4429F4E034FB}">
      <dgm:prSet/>
      <dgm:spPr/>
      <dgm:t>
        <a:bodyPr/>
        <a:lstStyle/>
        <a:p>
          <a:endParaRPr lang="ru-RU" sz="2200" b="0"/>
        </a:p>
      </dgm:t>
    </dgm:pt>
    <dgm:pt modelId="{25EF355E-AE1C-4BCB-854D-4183D2ED62A5}" type="sibTrans" cxnId="{F71E38CF-6D35-44B4-A46D-4429F4E034FB}">
      <dgm:prSet custT="1"/>
      <dgm:spPr/>
      <dgm:t>
        <a:bodyPr/>
        <a:lstStyle/>
        <a:p>
          <a:endParaRPr lang="ru-RU" sz="2200" b="0"/>
        </a:p>
      </dgm:t>
    </dgm:pt>
    <dgm:pt modelId="{F88EDB38-3366-4354-8E8D-B106C4D2E486}">
      <dgm:prSet custT="1"/>
      <dgm:spPr/>
      <dgm:t>
        <a:bodyPr/>
        <a:lstStyle/>
        <a:p>
          <a:r>
            <a:rPr lang="ru-RU" sz="2200" b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Обеспечить возможность пользователям просматривать свои ошибки, следить за прогрессом</a:t>
          </a:r>
          <a:endParaRPr lang="ru-RU" sz="2200" b="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gm:t>
    </dgm:pt>
    <dgm:pt modelId="{8D0230D4-F61D-48DA-864D-6A55DDB778F7}" type="parTrans" cxnId="{065B02A9-3C48-435F-99B6-A3D834B5A28B}">
      <dgm:prSet/>
      <dgm:spPr/>
      <dgm:t>
        <a:bodyPr/>
        <a:lstStyle/>
        <a:p>
          <a:endParaRPr lang="ru-RU" sz="2200" b="0"/>
        </a:p>
      </dgm:t>
    </dgm:pt>
    <dgm:pt modelId="{FE9B343B-D6C6-42F2-8808-4016729E107C}" type="sibTrans" cxnId="{065B02A9-3C48-435F-99B6-A3D834B5A28B}">
      <dgm:prSet/>
      <dgm:spPr/>
      <dgm:t>
        <a:bodyPr/>
        <a:lstStyle/>
        <a:p>
          <a:endParaRPr lang="ru-RU" sz="2200" b="0"/>
        </a:p>
      </dgm:t>
    </dgm:pt>
    <dgm:pt modelId="{34D7365F-4BBD-414B-9226-C5E606042EB2}">
      <dgm:prSet/>
      <dgm:spPr/>
      <dgm:t>
        <a:bodyPr/>
        <a:lstStyle/>
        <a:p>
          <a:endParaRPr lang="ru-RU"/>
        </a:p>
      </dgm:t>
    </dgm:pt>
    <dgm:pt modelId="{52F92582-F945-4621-9CF0-B44E08521951}" type="parTrans" cxnId="{DFD016E7-5EF1-4C9B-97EF-C52C8BAA3BC4}">
      <dgm:prSet/>
      <dgm:spPr/>
      <dgm:t>
        <a:bodyPr/>
        <a:lstStyle/>
        <a:p>
          <a:endParaRPr lang="ru-RU" sz="2200" b="0"/>
        </a:p>
      </dgm:t>
    </dgm:pt>
    <dgm:pt modelId="{C8A2AD6B-D21C-4E77-80D3-F23D9C389882}" type="sibTrans" cxnId="{DFD016E7-5EF1-4C9B-97EF-C52C8BAA3BC4}">
      <dgm:prSet/>
      <dgm:spPr/>
      <dgm:t>
        <a:bodyPr/>
        <a:lstStyle/>
        <a:p>
          <a:endParaRPr lang="ru-RU" sz="2200" b="0"/>
        </a:p>
      </dgm:t>
    </dgm:pt>
    <dgm:pt modelId="{CBF7B08D-374F-4377-B8E3-674D07945F18}" type="pres">
      <dgm:prSet presAssocID="{D220245A-3ED3-4363-9904-ABC2E61EBD5A}" presName="outerComposite" presStyleCnt="0">
        <dgm:presLayoutVars>
          <dgm:chMax val="5"/>
          <dgm:dir/>
          <dgm:resizeHandles val="exact"/>
        </dgm:presLayoutVars>
      </dgm:prSet>
      <dgm:spPr/>
    </dgm:pt>
    <dgm:pt modelId="{A51F298D-32E1-4DF2-AFBD-6981DA197285}" type="pres">
      <dgm:prSet presAssocID="{D220245A-3ED3-4363-9904-ABC2E61EBD5A}" presName="dummyMaxCanvas" presStyleCnt="0">
        <dgm:presLayoutVars/>
      </dgm:prSet>
      <dgm:spPr/>
    </dgm:pt>
    <dgm:pt modelId="{73EEC88C-85C5-4E17-8DE8-E8410380C4AB}" type="pres">
      <dgm:prSet presAssocID="{D220245A-3ED3-4363-9904-ABC2E61EBD5A}" presName="FiveNodes_1" presStyleLbl="node1" presStyleIdx="0" presStyleCnt="5">
        <dgm:presLayoutVars>
          <dgm:bulletEnabled val="1"/>
        </dgm:presLayoutVars>
      </dgm:prSet>
      <dgm:spPr/>
    </dgm:pt>
    <dgm:pt modelId="{78CC9028-7660-4AA1-912C-BBD2329BEA7C}" type="pres">
      <dgm:prSet presAssocID="{D220245A-3ED3-4363-9904-ABC2E61EBD5A}" presName="FiveNodes_2" presStyleLbl="node1" presStyleIdx="1" presStyleCnt="5">
        <dgm:presLayoutVars>
          <dgm:bulletEnabled val="1"/>
        </dgm:presLayoutVars>
      </dgm:prSet>
      <dgm:spPr/>
    </dgm:pt>
    <dgm:pt modelId="{D0322800-08D1-48FA-9EAD-4281B667C784}" type="pres">
      <dgm:prSet presAssocID="{D220245A-3ED3-4363-9904-ABC2E61EBD5A}" presName="FiveNodes_3" presStyleLbl="node1" presStyleIdx="2" presStyleCnt="5">
        <dgm:presLayoutVars>
          <dgm:bulletEnabled val="1"/>
        </dgm:presLayoutVars>
      </dgm:prSet>
      <dgm:spPr/>
    </dgm:pt>
    <dgm:pt modelId="{785D6D95-4F23-4CC3-ACD7-98788AF4DF53}" type="pres">
      <dgm:prSet presAssocID="{D220245A-3ED3-4363-9904-ABC2E61EBD5A}" presName="FiveNodes_4" presStyleLbl="node1" presStyleIdx="3" presStyleCnt="5">
        <dgm:presLayoutVars>
          <dgm:bulletEnabled val="1"/>
        </dgm:presLayoutVars>
      </dgm:prSet>
      <dgm:spPr/>
    </dgm:pt>
    <dgm:pt modelId="{5DA4950F-82F5-43D9-8AEA-A53D0C715D2A}" type="pres">
      <dgm:prSet presAssocID="{D220245A-3ED3-4363-9904-ABC2E61EBD5A}" presName="FiveNodes_5" presStyleLbl="node1" presStyleIdx="4" presStyleCnt="5">
        <dgm:presLayoutVars>
          <dgm:bulletEnabled val="1"/>
        </dgm:presLayoutVars>
      </dgm:prSet>
      <dgm:spPr/>
    </dgm:pt>
    <dgm:pt modelId="{695E56A5-2B5D-47CB-BCCE-3F27AE408C7F}" type="pres">
      <dgm:prSet presAssocID="{D220245A-3ED3-4363-9904-ABC2E61EBD5A}" presName="FiveConn_1-2" presStyleLbl="fgAccFollowNode1" presStyleIdx="0" presStyleCnt="4">
        <dgm:presLayoutVars>
          <dgm:bulletEnabled val="1"/>
        </dgm:presLayoutVars>
      </dgm:prSet>
      <dgm:spPr/>
    </dgm:pt>
    <dgm:pt modelId="{83E9BBED-B7B4-47BB-9C30-3796DB2B03AD}" type="pres">
      <dgm:prSet presAssocID="{D220245A-3ED3-4363-9904-ABC2E61EBD5A}" presName="FiveConn_2-3" presStyleLbl="fgAccFollowNode1" presStyleIdx="1" presStyleCnt="4">
        <dgm:presLayoutVars>
          <dgm:bulletEnabled val="1"/>
        </dgm:presLayoutVars>
      </dgm:prSet>
      <dgm:spPr/>
    </dgm:pt>
    <dgm:pt modelId="{644CB0DF-2363-425C-9185-CE5D8B02EAAE}" type="pres">
      <dgm:prSet presAssocID="{D220245A-3ED3-4363-9904-ABC2E61EBD5A}" presName="FiveConn_3-4" presStyleLbl="fgAccFollowNode1" presStyleIdx="2" presStyleCnt="4">
        <dgm:presLayoutVars>
          <dgm:bulletEnabled val="1"/>
        </dgm:presLayoutVars>
      </dgm:prSet>
      <dgm:spPr/>
    </dgm:pt>
    <dgm:pt modelId="{C647B36B-0981-466D-BB40-02904F26BBF0}" type="pres">
      <dgm:prSet presAssocID="{D220245A-3ED3-4363-9904-ABC2E61EBD5A}" presName="FiveConn_4-5" presStyleLbl="fgAccFollowNode1" presStyleIdx="3" presStyleCnt="4">
        <dgm:presLayoutVars>
          <dgm:bulletEnabled val="1"/>
        </dgm:presLayoutVars>
      </dgm:prSet>
      <dgm:spPr/>
    </dgm:pt>
    <dgm:pt modelId="{054033C2-AF4A-4DE9-A721-50C5FB00ED04}" type="pres">
      <dgm:prSet presAssocID="{D220245A-3ED3-4363-9904-ABC2E61EBD5A}" presName="FiveNodes_1_text" presStyleLbl="node1" presStyleIdx="4" presStyleCnt="5">
        <dgm:presLayoutVars>
          <dgm:bulletEnabled val="1"/>
        </dgm:presLayoutVars>
      </dgm:prSet>
      <dgm:spPr/>
    </dgm:pt>
    <dgm:pt modelId="{7F1A3505-4CC1-4802-AC01-DA23360F978C}" type="pres">
      <dgm:prSet presAssocID="{D220245A-3ED3-4363-9904-ABC2E61EBD5A}" presName="FiveNodes_2_text" presStyleLbl="node1" presStyleIdx="4" presStyleCnt="5">
        <dgm:presLayoutVars>
          <dgm:bulletEnabled val="1"/>
        </dgm:presLayoutVars>
      </dgm:prSet>
      <dgm:spPr/>
    </dgm:pt>
    <dgm:pt modelId="{3B9EC887-669A-4CF8-9687-2B8AA0E9A03F}" type="pres">
      <dgm:prSet presAssocID="{D220245A-3ED3-4363-9904-ABC2E61EBD5A}" presName="FiveNodes_3_text" presStyleLbl="node1" presStyleIdx="4" presStyleCnt="5">
        <dgm:presLayoutVars>
          <dgm:bulletEnabled val="1"/>
        </dgm:presLayoutVars>
      </dgm:prSet>
      <dgm:spPr/>
    </dgm:pt>
    <dgm:pt modelId="{CA0BEC45-5776-4C8D-B038-641226A60009}" type="pres">
      <dgm:prSet presAssocID="{D220245A-3ED3-4363-9904-ABC2E61EBD5A}" presName="FiveNodes_4_text" presStyleLbl="node1" presStyleIdx="4" presStyleCnt="5">
        <dgm:presLayoutVars>
          <dgm:bulletEnabled val="1"/>
        </dgm:presLayoutVars>
      </dgm:prSet>
      <dgm:spPr/>
    </dgm:pt>
    <dgm:pt modelId="{9F74130A-7C90-4AA9-B93E-E0EDBB8CF69D}" type="pres">
      <dgm:prSet presAssocID="{D220245A-3ED3-4363-9904-ABC2E61EBD5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2425000-5E36-42F7-BD58-B8A91868AC77}" srcId="{D220245A-3ED3-4363-9904-ABC2E61EBD5A}" destId="{A157BFA6-5430-448B-88E1-2773CEB42203}" srcOrd="2" destOrd="0" parTransId="{1B48D359-62A2-460C-8C4F-9928D773844C}" sibTransId="{C39A32FB-3FCC-4BF1-9AE7-C6EA70C51EBD}"/>
    <dgm:cxn modelId="{CC216F01-1CBE-4FF7-A3D7-18018AC4F54B}" type="presOf" srcId="{C86181BF-1B47-4CCD-8888-0820262A2921}" destId="{785D6D95-4F23-4CC3-ACD7-98788AF4DF53}" srcOrd="0" destOrd="0" presId="urn:microsoft.com/office/officeart/2005/8/layout/vProcess5"/>
    <dgm:cxn modelId="{38BDEA01-26CF-401E-B5AC-060D20F9C50C}" type="presOf" srcId="{C39A32FB-3FCC-4BF1-9AE7-C6EA70C51EBD}" destId="{644CB0DF-2363-425C-9185-CE5D8B02EAAE}" srcOrd="0" destOrd="0" presId="urn:microsoft.com/office/officeart/2005/8/layout/vProcess5"/>
    <dgm:cxn modelId="{42DAAF15-3BC0-445B-9B42-901AD8F5E6E4}" type="presOf" srcId="{2BC18CB9-1179-4391-9640-F52F791A1337}" destId="{054033C2-AF4A-4DE9-A721-50C5FB00ED04}" srcOrd="1" destOrd="0" presId="urn:microsoft.com/office/officeart/2005/8/layout/vProcess5"/>
    <dgm:cxn modelId="{E4746618-F605-4BC8-BF8F-300E1F852709}" type="presOf" srcId="{F88EDB38-3366-4354-8E8D-B106C4D2E486}" destId="{9F74130A-7C90-4AA9-B93E-E0EDBB8CF69D}" srcOrd="1" destOrd="0" presId="urn:microsoft.com/office/officeart/2005/8/layout/vProcess5"/>
    <dgm:cxn modelId="{70A1631F-9500-473D-82B6-B991588EEBA4}" type="presOf" srcId="{C86181BF-1B47-4CCD-8888-0820262A2921}" destId="{CA0BEC45-5776-4C8D-B038-641226A60009}" srcOrd="1" destOrd="0" presId="urn:microsoft.com/office/officeart/2005/8/layout/vProcess5"/>
    <dgm:cxn modelId="{BFAA8E2B-84DF-4CB4-B1FB-D3DFED97B518}" type="presOf" srcId="{25EF355E-AE1C-4BCB-854D-4183D2ED62A5}" destId="{C647B36B-0981-466D-BB40-02904F26BBF0}" srcOrd="0" destOrd="0" presId="urn:microsoft.com/office/officeart/2005/8/layout/vProcess5"/>
    <dgm:cxn modelId="{3BA61036-35AC-4063-84ED-9438CA70AF33}" type="presOf" srcId="{D220245A-3ED3-4363-9904-ABC2E61EBD5A}" destId="{CBF7B08D-374F-4377-B8E3-674D07945F18}" srcOrd="0" destOrd="0" presId="urn:microsoft.com/office/officeart/2005/8/layout/vProcess5"/>
    <dgm:cxn modelId="{FE25093F-0DCE-4FEA-85F1-3BCD52441861}" type="presOf" srcId="{2BC18CB9-1179-4391-9640-F52F791A1337}" destId="{73EEC88C-85C5-4E17-8DE8-E8410380C4AB}" srcOrd="0" destOrd="0" presId="urn:microsoft.com/office/officeart/2005/8/layout/vProcess5"/>
    <dgm:cxn modelId="{9127D14B-D6FD-4F22-B051-5CEE9AB5B663}" srcId="{D220245A-3ED3-4363-9904-ABC2E61EBD5A}" destId="{2BC18CB9-1179-4391-9640-F52F791A1337}" srcOrd="0" destOrd="0" parTransId="{5F812CF2-FE46-419C-B434-23F3503A94BE}" sibTransId="{08A55056-1A29-4360-92DC-F123F488D73F}"/>
    <dgm:cxn modelId="{9B687A70-3D79-43C7-81D1-54288A0CFA00}" srcId="{D220245A-3ED3-4363-9904-ABC2E61EBD5A}" destId="{89B91C2C-25B5-4DC2-9DBB-189ED011119E}" srcOrd="6" destOrd="0" parTransId="{296318A3-73FD-4E84-A626-1A1A3F499E6F}" sibTransId="{E5721079-3CDB-4170-965D-A250BE7A563D}"/>
    <dgm:cxn modelId="{038A8771-9A82-4F22-B11E-7EED0303F070}" type="presOf" srcId="{A157BFA6-5430-448B-88E1-2773CEB42203}" destId="{D0322800-08D1-48FA-9EAD-4281B667C784}" srcOrd="0" destOrd="0" presId="urn:microsoft.com/office/officeart/2005/8/layout/vProcess5"/>
    <dgm:cxn modelId="{3A9BEB77-ED7A-44F1-88B8-882DF006DCC9}" srcId="{D220245A-3ED3-4363-9904-ABC2E61EBD5A}" destId="{BA9A4525-D508-4E6A-9CD8-8ADC32B7CAC6}" srcOrd="7" destOrd="0" parTransId="{76F33D79-5FEF-43AC-9657-A6320194D804}" sibTransId="{60A6EA43-4493-40D5-93B0-2F7BE974919C}"/>
    <dgm:cxn modelId="{9D81C77A-E3CA-4E5E-A5C6-5267ACDAEEF5}" type="presOf" srcId="{8CE9BAA8-372E-430D-96D9-AACC09B4035A}" destId="{83E9BBED-B7B4-47BB-9C30-3796DB2B03AD}" srcOrd="0" destOrd="0" presId="urn:microsoft.com/office/officeart/2005/8/layout/vProcess5"/>
    <dgm:cxn modelId="{096B4F96-8D30-4E2B-AC0B-4D7FC8FD380A}" type="presOf" srcId="{F88EDB38-3366-4354-8E8D-B106C4D2E486}" destId="{5DA4950F-82F5-43D9-8AEA-A53D0C715D2A}" srcOrd="0" destOrd="0" presId="urn:microsoft.com/office/officeart/2005/8/layout/vProcess5"/>
    <dgm:cxn modelId="{065B02A9-3C48-435F-99B6-A3D834B5A28B}" srcId="{D220245A-3ED3-4363-9904-ABC2E61EBD5A}" destId="{F88EDB38-3366-4354-8E8D-B106C4D2E486}" srcOrd="4" destOrd="0" parTransId="{8D0230D4-F61D-48DA-864D-6A55DDB778F7}" sibTransId="{FE9B343B-D6C6-42F2-8808-4016729E107C}"/>
    <dgm:cxn modelId="{B341C4C1-96B5-45A6-912B-DA200A085568}" type="presOf" srcId="{A157BFA6-5430-448B-88E1-2773CEB42203}" destId="{3B9EC887-669A-4CF8-9687-2B8AA0E9A03F}" srcOrd="1" destOrd="0" presId="urn:microsoft.com/office/officeart/2005/8/layout/vProcess5"/>
    <dgm:cxn modelId="{F71E38CF-6D35-44B4-A46D-4429F4E034FB}" srcId="{D220245A-3ED3-4363-9904-ABC2E61EBD5A}" destId="{C86181BF-1B47-4CCD-8888-0820262A2921}" srcOrd="3" destOrd="0" parTransId="{3C0C9616-56B2-4BB3-9BEE-44E305472D6B}" sibTransId="{25EF355E-AE1C-4BCB-854D-4183D2ED62A5}"/>
    <dgm:cxn modelId="{611854D5-9FBC-450E-B379-07E889AD024F}" srcId="{D220245A-3ED3-4363-9904-ABC2E61EBD5A}" destId="{2425B732-F5B2-4ACD-BE87-7F411083CE32}" srcOrd="1" destOrd="0" parTransId="{FBAC6438-267E-4B88-9098-B5966B34A9AD}" sibTransId="{8CE9BAA8-372E-430D-96D9-AACC09B4035A}"/>
    <dgm:cxn modelId="{7BA613D9-7798-459E-A411-D46148F3158F}" type="presOf" srcId="{2425B732-F5B2-4ACD-BE87-7F411083CE32}" destId="{78CC9028-7660-4AA1-912C-BBD2329BEA7C}" srcOrd="0" destOrd="0" presId="urn:microsoft.com/office/officeart/2005/8/layout/vProcess5"/>
    <dgm:cxn modelId="{DFD016E7-5EF1-4C9B-97EF-C52C8BAA3BC4}" srcId="{D220245A-3ED3-4363-9904-ABC2E61EBD5A}" destId="{34D7365F-4BBD-414B-9226-C5E606042EB2}" srcOrd="5" destOrd="0" parTransId="{52F92582-F945-4621-9CF0-B44E08521951}" sibTransId="{C8A2AD6B-D21C-4E77-80D3-F23D9C389882}"/>
    <dgm:cxn modelId="{74FE77E7-91FD-4660-8207-AF6586DA5C43}" type="presOf" srcId="{08A55056-1A29-4360-92DC-F123F488D73F}" destId="{695E56A5-2B5D-47CB-BCCE-3F27AE408C7F}" srcOrd="0" destOrd="0" presId="urn:microsoft.com/office/officeart/2005/8/layout/vProcess5"/>
    <dgm:cxn modelId="{F8D2F7FC-B669-4ABD-A884-74604AFE9475}" type="presOf" srcId="{2425B732-F5B2-4ACD-BE87-7F411083CE32}" destId="{7F1A3505-4CC1-4802-AC01-DA23360F978C}" srcOrd="1" destOrd="0" presId="urn:microsoft.com/office/officeart/2005/8/layout/vProcess5"/>
    <dgm:cxn modelId="{58EF819D-47A7-4E7A-AA4A-E31C4EE81ECF}" type="presParOf" srcId="{CBF7B08D-374F-4377-B8E3-674D07945F18}" destId="{A51F298D-32E1-4DF2-AFBD-6981DA197285}" srcOrd="0" destOrd="0" presId="urn:microsoft.com/office/officeart/2005/8/layout/vProcess5"/>
    <dgm:cxn modelId="{A79E12B4-8DD6-4E29-8650-4008DA2DEA1C}" type="presParOf" srcId="{CBF7B08D-374F-4377-B8E3-674D07945F18}" destId="{73EEC88C-85C5-4E17-8DE8-E8410380C4AB}" srcOrd="1" destOrd="0" presId="urn:microsoft.com/office/officeart/2005/8/layout/vProcess5"/>
    <dgm:cxn modelId="{7975B10D-3BE0-4CAE-BCCD-F5C0052395FA}" type="presParOf" srcId="{CBF7B08D-374F-4377-B8E3-674D07945F18}" destId="{78CC9028-7660-4AA1-912C-BBD2329BEA7C}" srcOrd="2" destOrd="0" presId="urn:microsoft.com/office/officeart/2005/8/layout/vProcess5"/>
    <dgm:cxn modelId="{4D9B965B-98F8-41E2-A0AC-9AE843215CC3}" type="presParOf" srcId="{CBF7B08D-374F-4377-B8E3-674D07945F18}" destId="{D0322800-08D1-48FA-9EAD-4281B667C784}" srcOrd="3" destOrd="0" presId="urn:microsoft.com/office/officeart/2005/8/layout/vProcess5"/>
    <dgm:cxn modelId="{DB8A7B0E-8998-45AA-B0EC-9A0112C9B190}" type="presParOf" srcId="{CBF7B08D-374F-4377-B8E3-674D07945F18}" destId="{785D6D95-4F23-4CC3-ACD7-98788AF4DF53}" srcOrd="4" destOrd="0" presId="urn:microsoft.com/office/officeart/2005/8/layout/vProcess5"/>
    <dgm:cxn modelId="{E9BCF8B2-03F7-4460-8B7E-60816EE35E44}" type="presParOf" srcId="{CBF7B08D-374F-4377-B8E3-674D07945F18}" destId="{5DA4950F-82F5-43D9-8AEA-A53D0C715D2A}" srcOrd="5" destOrd="0" presId="urn:microsoft.com/office/officeart/2005/8/layout/vProcess5"/>
    <dgm:cxn modelId="{50536258-2844-4D44-A9F0-31C20C2855B5}" type="presParOf" srcId="{CBF7B08D-374F-4377-B8E3-674D07945F18}" destId="{695E56A5-2B5D-47CB-BCCE-3F27AE408C7F}" srcOrd="6" destOrd="0" presId="urn:microsoft.com/office/officeart/2005/8/layout/vProcess5"/>
    <dgm:cxn modelId="{322DC36E-1651-47B6-8BF4-CC65036BB749}" type="presParOf" srcId="{CBF7B08D-374F-4377-B8E3-674D07945F18}" destId="{83E9BBED-B7B4-47BB-9C30-3796DB2B03AD}" srcOrd="7" destOrd="0" presId="urn:microsoft.com/office/officeart/2005/8/layout/vProcess5"/>
    <dgm:cxn modelId="{BE6B14CD-EAC4-491F-B6F9-95F123502CD4}" type="presParOf" srcId="{CBF7B08D-374F-4377-B8E3-674D07945F18}" destId="{644CB0DF-2363-425C-9185-CE5D8B02EAAE}" srcOrd="8" destOrd="0" presId="urn:microsoft.com/office/officeart/2005/8/layout/vProcess5"/>
    <dgm:cxn modelId="{D522FD76-8A64-4EA6-ABE7-FF515B1AF325}" type="presParOf" srcId="{CBF7B08D-374F-4377-B8E3-674D07945F18}" destId="{C647B36B-0981-466D-BB40-02904F26BBF0}" srcOrd="9" destOrd="0" presId="urn:microsoft.com/office/officeart/2005/8/layout/vProcess5"/>
    <dgm:cxn modelId="{91F2BD2F-4C5D-4FE3-B631-1892EA3043DF}" type="presParOf" srcId="{CBF7B08D-374F-4377-B8E3-674D07945F18}" destId="{054033C2-AF4A-4DE9-A721-50C5FB00ED04}" srcOrd="10" destOrd="0" presId="urn:microsoft.com/office/officeart/2005/8/layout/vProcess5"/>
    <dgm:cxn modelId="{CA3BF39D-B7CE-4730-8254-EBCB5A596F62}" type="presParOf" srcId="{CBF7B08D-374F-4377-B8E3-674D07945F18}" destId="{7F1A3505-4CC1-4802-AC01-DA23360F978C}" srcOrd="11" destOrd="0" presId="urn:microsoft.com/office/officeart/2005/8/layout/vProcess5"/>
    <dgm:cxn modelId="{8C5827E1-A1CF-4EA2-9836-A78CC0795A0B}" type="presParOf" srcId="{CBF7B08D-374F-4377-B8E3-674D07945F18}" destId="{3B9EC887-669A-4CF8-9687-2B8AA0E9A03F}" srcOrd="12" destOrd="0" presId="urn:microsoft.com/office/officeart/2005/8/layout/vProcess5"/>
    <dgm:cxn modelId="{57104FDA-D44E-4FC5-BCF7-C9E3B0899186}" type="presParOf" srcId="{CBF7B08D-374F-4377-B8E3-674D07945F18}" destId="{CA0BEC45-5776-4C8D-B038-641226A60009}" srcOrd="13" destOrd="0" presId="urn:microsoft.com/office/officeart/2005/8/layout/vProcess5"/>
    <dgm:cxn modelId="{19AEC335-4933-460E-B345-F5E07A75D4BE}" type="presParOf" srcId="{CBF7B08D-374F-4377-B8E3-674D07945F18}" destId="{9F74130A-7C90-4AA9-B93E-E0EDBB8CF69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EEC88C-85C5-4E17-8DE8-E8410380C4AB}">
      <dsp:nvSpPr>
        <dsp:cNvPr id="0" name=""/>
        <dsp:cNvSpPr/>
      </dsp:nvSpPr>
      <dsp:spPr>
        <a:xfrm>
          <a:off x="0" y="0"/>
          <a:ext cx="6981462" cy="998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kern="120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Разработать систему аутентификации</a:t>
          </a:r>
          <a:endParaRPr lang="ru-RU" sz="2200" b="0" kern="1200"/>
        </a:p>
      </dsp:txBody>
      <dsp:txXfrm>
        <a:off x="29246" y="29246"/>
        <a:ext cx="5787135" cy="940044"/>
      </dsp:txXfrm>
    </dsp:sp>
    <dsp:sp modelId="{78CC9028-7660-4AA1-912C-BBD2329BEA7C}">
      <dsp:nvSpPr>
        <dsp:cNvPr id="0" name=""/>
        <dsp:cNvSpPr/>
      </dsp:nvSpPr>
      <dsp:spPr>
        <a:xfrm>
          <a:off x="521343" y="1137222"/>
          <a:ext cx="6981462" cy="998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kern="120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Реализовать базу данных для приложения</a:t>
          </a:r>
          <a:endParaRPr lang="ru-RU" sz="2200" b="0" kern="120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sp:txBody>
      <dsp:txXfrm>
        <a:off x="550589" y="1166468"/>
        <a:ext cx="5752579" cy="940044"/>
      </dsp:txXfrm>
    </dsp:sp>
    <dsp:sp modelId="{D0322800-08D1-48FA-9EAD-4281B667C784}">
      <dsp:nvSpPr>
        <dsp:cNvPr id="0" name=""/>
        <dsp:cNvSpPr/>
      </dsp:nvSpPr>
      <dsp:spPr>
        <a:xfrm>
          <a:off x="1042686" y="2274444"/>
          <a:ext cx="6981462" cy="998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kern="120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Создать  удобный и понятный для обучения интерфейс</a:t>
          </a:r>
          <a:endParaRPr lang="ru-RU" sz="2200" b="0" kern="120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sp:txBody>
      <dsp:txXfrm>
        <a:off x="1071932" y="2303690"/>
        <a:ext cx="5752579" cy="940044"/>
      </dsp:txXfrm>
    </dsp:sp>
    <dsp:sp modelId="{785D6D95-4F23-4CC3-ACD7-98788AF4DF53}">
      <dsp:nvSpPr>
        <dsp:cNvPr id="0" name=""/>
        <dsp:cNvSpPr/>
      </dsp:nvSpPr>
      <dsp:spPr>
        <a:xfrm>
          <a:off x="1564029" y="3411666"/>
          <a:ext cx="6981462" cy="998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kern="120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Реализовать модульную, последовательную систему обучения</a:t>
          </a:r>
          <a:endParaRPr lang="ru-RU" sz="2200" b="0" kern="120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sp:txBody>
      <dsp:txXfrm>
        <a:off x="1593275" y="3440912"/>
        <a:ext cx="5752579" cy="940044"/>
      </dsp:txXfrm>
    </dsp:sp>
    <dsp:sp modelId="{5DA4950F-82F5-43D9-8AEA-A53D0C715D2A}">
      <dsp:nvSpPr>
        <dsp:cNvPr id="0" name=""/>
        <dsp:cNvSpPr/>
      </dsp:nvSpPr>
      <dsp:spPr>
        <a:xfrm>
          <a:off x="2085372" y="4548889"/>
          <a:ext cx="6981462" cy="998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kern="120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rPr>
            <a:t>Обеспечить возможность пользователям просматривать свои ошибки, следить за прогрессом</a:t>
          </a:r>
          <a:endParaRPr lang="ru-RU" sz="2200" b="0" kern="1200" dirty="0">
            <a:solidFill>
              <a:srgbClr val="EBEDF0"/>
            </a:solidFill>
            <a:latin typeface="Geist Bold" pitchFamily="34" charset="0"/>
            <a:ea typeface="Geist Bold" pitchFamily="34" charset="-122"/>
            <a:cs typeface="Geist Bold" pitchFamily="34" charset="-120"/>
          </a:endParaRPr>
        </a:p>
      </dsp:txBody>
      <dsp:txXfrm>
        <a:off x="2114618" y="4578135"/>
        <a:ext cx="5752579" cy="940044"/>
      </dsp:txXfrm>
    </dsp:sp>
    <dsp:sp modelId="{695E56A5-2B5D-47CB-BCCE-3F27AE408C7F}">
      <dsp:nvSpPr>
        <dsp:cNvPr id="0" name=""/>
        <dsp:cNvSpPr/>
      </dsp:nvSpPr>
      <dsp:spPr>
        <a:xfrm>
          <a:off x="6332414" y="729486"/>
          <a:ext cx="649048" cy="649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b="0" kern="1200"/>
        </a:p>
      </dsp:txBody>
      <dsp:txXfrm>
        <a:off x="6478450" y="729486"/>
        <a:ext cx="356976" cy="488409"/>
      </dsp:txXfrm>
    </dsp:sp>
    <dsp:sp modelId="{83E9BBED-B7B4-47BB-9C30-3796DB2B03AD}">
      <dsp:nvSpPr>
        <dsp:cNvPr id="0" name=""/>
        <dsp:cNvSpPr/>
      </dsp:nvSpPr>
      <dsp:spPr>
        <a:xfrm>
          <a:off x="6853757" y="1866708"/>
          <a:ext cx="649048" cy="649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b="0" kern="1200"/>
        </a:p>
      </dsp:txBody>
      <dsp:txXfrm>
        <a:off x="6999793" y="1866708"/>
        <a:ext cx="356976" cy="488409"/>
      </dsp:txXfrm>
    </dsp:sp>
    <dsp:sp modelId="{644CB0DF-2363-425C-9185-CE5D8B02EAAE}">
      <dsp:nvSpPr>
        <dsp:cNvPr id="0" name=""/>
        <dsp:cNvSpPr/>
      </dsp:nvSpPr>
      <dsp:spPr>
        <a:xfrm>
          <a:off x="7375100" y="2987288"/>
          <a:ext cx="649048" cy="649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b="0" kern="1200"/>
        </a:p>
      </dsp:txBody>
      <dsp:txXfrm>
        <a:off x="7521136" y="2987288"/>
        <a:ext cx="356976" cy="488409"/>
      </dsp:txXfrm>
    </dsp:sp>
    <dsp:sp modelId="{C647B36B-0981-466D-BB40-02904F26BBF0}">
      <dsp:nvSpPr>
        <dsp:cNvPr id="0" name=""/>
        <dsp:cNvSpPr/>
      </dsp:nvSpPr>
      <dsp:spPr>
        <a:xfrm>
          <a:off x="7896443" y="4135606"/>
          <a:ext cx="649048" cy="6490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b="0" kern="1200"/>
        </a:p>
      </dsp:txBody>
      <dsp:txXfrm>
        <a:off x="8042479" y="4135606"/>
        <a:ext cx="356976" cy="488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700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82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5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93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61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ign-laguage-tutor.onrender.com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370390" y="2248642"/>
            <a:ext cx="13658126" cy="294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ВЕБ-ПРИЛОЖЕНИЕ </a:t>
            </a:r>
            <a:r>
              <a:rPr lang="ru-RU" sz="445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ДЛЯ ОБУЧЕНИЯ ЯЗЫКУ ЖЕСТОВ </a:t>
            </a:r>
            <a:r>
              <a:rPr lang="en-US" sz="445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”SIGN LANGUAGE TUTOR"</a:t>
            </a:r>
            <a:endParaRPr lang="en-US" sz="4450" dirty="0">
              <a:solidFill>
                <a:srgbClr val="76B9FF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90" y="4392922"/>
            <a:ext cx="5783520" cy="367463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8725" y="7620000"/>
            <a:ext cx="1971675" cy="609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0857799" y="6476912"/>
            <a:ext cx="4051140" cy="60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solidFill>
                  <a:srgbClr val="D6E5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Сухова Ульяна</a:t>
            </a:r>
            <a:endParaRPr lang="ru-RU" sz="2400" dirty="0">
              <a:solidFill>
                <a:srgbClr val="D6E5EF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4"/>
          <p:cNvSpPr/>
          <p:nvPr/>
        </p:nvSpPr>
        <p:spPr>
          <a:xfrm>
            <a:off x="9190206" y="5084920"/>
            <a:ext cx="3608994" cy="2508171"/>
          </a:xfrm>
          <a:prstGeom prst="roundRect">
            <a:avLst>
              <a:gd name="adj" fmla="val 1037"/>
            </a:avLst>
          </a:prstGeom>
          <a:solidFill>
            <a:srgbClr val="3F4652"/>
          </a:solidFill>
          <a:ln/>
        </p:spPr>
      </p:sp>
      <p:sp>
        <p:nvSpPr>
          <p:cNvPr id="37" name="Shape 4"/>
          <p:cNvSpPr/>
          <p:nvPr/>
        </p:nvSpPr>
        <p:spPr>
          <a:xfrm>
            <a:off x="9190206" y="1656397"/>
            <a:ext cx="3608994" cy="3211116"/>
          </a:xfrm>
          <a:prstGeom prst="roundRect">
            <a:avLst>
              <a:gd name="adj" fmla="val 1037"/>
            </a:avLst>
          </a:prstGeom>
          <a:solidFill>
            <a:srgbClr val="3F4652"/>
          </a:solidFill>
          <a:ln/>
        </p:spPr>
      </p:sp>
      <p:sp>
        <p:nvSpPr>
          <p:cNvPr id="3" name="Text 0"/>
          <p:cNvSpPr/>
          <p:nvPr/>
        </p:nvSpPr>
        <p:spPr>
          <a:xfrm>
            <a:off x="777240" y="636389"/>
            <a:ext cx="5552361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Проблема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240" y="1656397"/>
            <a:ext cx="3686056" cy="3211116"/>
          </a:xfrm>
          <a:prstGeom prst="roundRect">
            <a:avLst>
              <a:gd name="adj" fmla="val 1037"/>
            </a:avLst>
          </a:prstGeom>
          <a:solidFill>
            <a:srgbClr val="3F46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92" y="1878449"/>
            <a:ext cx="666274" cy="6662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99292" y="2762131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10% </a:t>
            </a:r>
            <a:r>
              <a:rPr lang="en-US" sz="24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населения</a:t>
            </a:r>
            <a:endParaRPr lang="en-US" sz="2400" b="1" dirty="0">
              <a:solidFill>
                <a:srgbClr val="76B9FF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999292" y="3239572"/>
            <a:ext cx="3241953" cy="140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Люди с потерей слуха сталкиваются с коммуникационными барьерами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4680704" y="1656397"/>
            <a:ext cx="3363701" cy="3211116"/>
          </a:xfrm>
          <a:prstGeom prst="roundRect">
            <a:avLst>
              <a:gd name="adj" fmla="val 1037"/>
            </a:avLst>
          </a:prstGeom>
          <a:solidFill>
            <a:srgbClr val="3F4652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756" y="1878449"/>
            <a:ext cx="666274" cy="66627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02756" y="2762131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Изоляция</a:t>
            </a:r>
            <a:endParaRPr lang="en-US" sz="2400" b="1" dirty="0">
              <a:solidFill>
                <a:srgbClr val="76B9FF"/>
              </a:solidFill>
            </a:endParaRPr>
          </a:p>
        </p:txBody>
      </p:sp>
      <p:sp>
        <p:nvSpPr>
          <p:cNvPr id="13" name="Text 6"/>
          <p:cNvSpPr/>
          <p:nvPr/>
        </p:nvSpPr>
        <p:spPr>
          <a:xfrm>
            <a:off x="4902756" y="3239572"/>
            <a:ext cx="3141649" cy="140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Отсутствие систематизированных бесплатных ресурсов для обучения</a:t>
            </a:r>
            <a:endParaRPr lang="en-US" sz="2200" dirty="0"/>
          </a:p>
        </p:txBody>
      </p:sp>
      <p:sp>
        <p:nvSpPr>
          <p:cNvPr id="14" name="Shape 7"/>
          <p:cNvSpPr/>
          <p:nvPr/>
        </p:nvSpPr>
        <p:spPr>
          <a:xfrm>
            <a:off x="777240" y="5084921"/>
            <a:ext cx="7267165" cy="2508171"/>
          </a:xfrm>
          <a:prstGeom prst="roundRect">
            <a:avLst>
              <a:gd name="adj" fmla="val 1328"/>
            </a:avLst>
          </a:prstGeom>
          <a:solidFill>
            <a:srgbClr val="3F4652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292" y="5306973"/>
            <a:ext cx="666274" cy="66627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99292" y="6190655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Сложности</a:t>
            </a:r>
            <a:endParaRPr lang="en-US" sz="2400" dirty="0">
              <a:solidFill>
                <a:srgbClr val="76B9FF"/>
              </a:solidFill>
            </a:endParaRPr>
          </a:p>
        </p:txBody>
      </p:sp>
      <p:sp>
        <p:nvSpPr>
          <p:cNvPr id="18" name="Text 9"/>
          <p:cNvSpPr/>
          <p:nvPr/>
        </p:nvSpPr>
        <p:spPr>
          <a:xfrm>
            <a:off x="999292" y="6668095"/>
            <a:ext cx="714541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Трудности в освоении жестового языка, особенно при внезапной потере слуха</a:t>
            </a:r>
            <a:endParaRPr lang="en-US" sz="22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5772" y="7593092"/>
            <a:ext cx="1971675" cy="6096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9190206" y="621506"/>
            <a:ext cx="4010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Решение</a:t>
            </a:r>
            <a:endParaRPr lang="en-US" sz="4450" dirty="0"/>
          </a:p>
        </p:txBody>
      </p:sp>
      <p:sp>
        <p:nvSpPr>
          <p:cNvPr id="21" name="Text 1"/>
          <p:cNvSpPr/>
          <p:nvPr/>
        </p:nvSpPr>
        <p:spPr>
          <a:xfrm>
            <a:off x="9423958" y="2769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Веб-платформа</a:t>
            </a:r>
            <a:endParaRPr lang="en-US" sz="2400" dirty="0"/>
          </a:p>
        </p:txBody>
      </p:sp>
      <p:sp>
        <p:nvSpPr>
          <p:cNvPr id="22" name="Text 2"/>
          <p:cNvSpPr/>
          <p:nvPr/>
        </p:nvSpPr>
        <p:spPr>
          <a:xfrm>
            <a:off x="9423958" y="3288602"/>
            <a:ext cx="2896194" cy="1013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Интуитивная система обучения русскому жестовому языку</a:t>
            </a:r>
            <a:endParaRPr lang="en-US" sz="2200" dirty="0"/>
          </a:p>
        </p:txBody>
      </p:sp>
      <p:sp>
        <p:nvSpPr>
          <p:cNvPr id="23" name="Text 3"/>
          <p:cNvSpPr/>
          <p:nvPr/>
        </p:nvSpPr>
        <p:spPr>
          <a:xfrm>
            <a:off x="9240357" y="5934648"/>
            <a:ext cx="2896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Модульная</a:t>
            </a: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система</a:t>
            </a:r>
            <a:endParaRPr lang="en-US" sz="2200" dirty="0"/>
          </a:p>
        </p:txBody>
      </p:sp>
      <p:sp>
        <p:nvSpPr>
          <p:cNvPr id="24" name="Text 4"/>
          <p:cNvSpPr/>
          <p:nvPr/>
        </p:nvSpPr>
        <p:spPr>
          <a:xfrm>
            <a:off x="9240357" y="6364188"/>
            <a:ext cx="3263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 простого к сложному с отслеживанием прогресса</a:t>
            </a:r>
            <a:endParaRPr lang="en-US" sz="22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853" y="5236759"/>
            <a:ext cx="666274" cy="666274"/>
          </a:xfrm>
          <a:prstGeom prst="rect">
            <a:avLst/>
          </a:prstGeom>
        </p:spPr>
      </p:pic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77" y="1881480"/>
            <a:ext cx="666274" cy="666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718066" y="366236"/>
            <a:ext cx="6199823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3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Цель и Задачи Проекта</a:t>
            </a:r>
            <a:endParaRPr lang="en-US" sz="4300" dirty="0">
              <a:solidFill>
                <a:srgbClr val="76B9FF"/>
              </a:solidFill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315046506"/>
              </p:ext>
            </p:extLst>
          </p:nvPr>
        </p:nvGraphicFramePr>
        <p:xfrm>
          <a:off x="5463251" y="2682174"/>
          <a:ext cx="9066835" cy="5547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Прямоугольник с двумя усеченными противолежащими углами 2"/>
          <p:cNvSpPr/>
          <p:nvPr/>
        </p:nvSpPr>
        <p:spPr>
          <a:xfrm>
            <a:off x="718066" y="1147650"/>
            <a:ext cx="12246015" cy="1324656"/>
          </a:xfrm>
          <a:prstGeom prst="snip2Diag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dirty="0">
                <a:solidFill>
                  <a:srgbClr val="D6E5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разработка веб-приложения для обучения русскому жестовому языку на основе современных  педагогических методик, направленного на преодоление коммуникационных барьеров и расширение  профессиональных возможностей</a:t>
            </a:r>
            <a:endParaRPr lang="ru-RU" sz="2400" dirty="0">
              <a:solidFill>
                <a:srgbClr val="D6E5EF"/>
              </a:solidFill>
            </a:endParaRPr>
          </a:p>
        </p:txBody>
      </p:sp>
      <p:pic>
        <p:nvPicPr>
          <p:cNvPr id="37" name="Рисунок 36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70" y="4456254"/>
            <a:ext cx="5764192" cy="36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3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97068" y="571670"/>
            <a:ext cx="5668923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Техническая реализация</a:t>
            </a:r>
            <a:endParaRPr lang="en-US" sz="4300" dirty="0"/>
          </a:p>
        </p:txBody>
      </p:sp>
      <p:sp>
        <p:nvSpPr>
          <p:cNvPr id="48" name="Shape 1"/>
          <p:cNvSpPr/>
          <p:nvPr/>
        </p:nvSpPr>
        <p:spPr>
          <a:xfrm>
            <a:off x="576094" y="1722957"/>
            <a:ext cx="6482001" cy="1797844"/>
          </a:xfrm>
          <a:prstGeom prst="roundRect">
            <a:avLst>
              <a:gd name="adj" fmla="val 4443"/>
            </a:avLst>
          </a:prstGeom>
          <a:ln w="28575">
            <a:solidFill>
              <a:srgbClr val="76B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9" name="Text 3"/>
          <p:cNvSpPr/>
          <p:nvPr/>
        </p:nvSpPr>
        <p:spPr>
          <a:xfrm>
            <a:off x="773857" y="2650692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Flask</a:t>
            </a:r>
            <a:endParaRPr lang="en-US" sz="2400" b="1" dirty="0"/>
          </a:p>
        </p:txBody>
      </p:sp>
      <p:sp>
        <p:nvSpPr>
          <p:cNvPr id="50" name="Text 4"/>
          <p:cNvSpPr/>
          <p:nvPr/>
        </p:nvSpPr>
        <p:spPr>
          <a:xfrm>
            <a:off x="773857" y="3043479"/>
            <a:ext cx="6086475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Python-фреймворк для гибкой разработки</a:t>
            </a:r>
            <a:endParaRPr lang="en-US" sz="2400" dirty="0"/>
          </a:p>
        </p:txBody>
      </p:sp>
      <p:sp>
        <p:nvSpPr>
          <p:cNvPr id="51" name="Shape 5"/>
          <p:cNvSpPr/>
          <p:nvPr/>
        </p:nvSpPr>
        <p:spPr>
          <a:xfrm>
            <a:off x="7217520" y="1722957"/>
            <a:ext cx="6482120" cy="1797844"/>
          </a:xfrm>
          <a:prstGeom prst="roundRect">
            <a:avLst>
              <a:gd name="adj" fmla="val 4443"/>
            </a:avLst>
          </a:prstGeom>
          <a:ln w="28575">
            <a:solidFill>
              <a:srgbClr val="76B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2" name="Text 7"/>
          <p:cNvSpPr/>
          <p:nvPr/>
        </p:nvSpPr>
        <p:spPr>
          <a:xfrm>
            <a:off x="7415283" y="2650692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SQLAlchemy</a:t>
            </a:r>
            <a:endParaRPr lang="en-US" sz="2400" b="1" dirty="0"/>
          </a:p>
        </p:txBody>
      </p:sp>
      <p:sp>
        <p:nvSpPr>
          <p:cNvPr id="53" name="Text 8"/>
          <p:cNvSpPr/>
          <p:nvPr/>
        </p:nvSpPr>
        <p:spPr>
          <a:xfrm>
            <a:off x="7415283" y="3043479"/>
            <a:ext cx="608659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ORM для работы с базой данных</a:t>
            </a:r>
            <a:endParaRPr lang="en-US" sz="2400" dirty="0"/>
          </a:p>
        </p:txBody>
      </p:sp>
      <p:sp>
        <p:nvSpPr>
          <p:cNvPr id="54" name="Shape 9"/>
          <p:cNvSpPr/>
          <p:nvPr/>
        </p:nvSpPr>
        <p:spPr>
          <a:xfrm>
            <a:off x="576094" y="3680226"/>
            <a:ext cx="6482001" cy="1797844"/>
          </a:xfrm>
          <a:prstGeom prst="roundRect">
            <a:avLst>
              <a:gd name="adj" fmla="val 4443"/>
            </a:avLst>
          </a:prstGeom>
          <a:ln w="28575">
            <a:solidFill>
              <a:srgbClr val="76B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5" name="Text 11"/>
          <p:cNvSpPr/>
          <p:nvPr/>
        </p:nvSpPr>
        <p:spPr>
          <a:xfrm>
            <a:off x="773857" y="4607961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HTML/CSS/JS</a:t>
            </a:r>
            <a:endParaRPr lang="en-US" sz="2400" b="1" dirty="0"/>
          </a:p>
        </p:txBody>
      </p:sp>
      <p:sp>
        <p:nvSpPr>
          <p:cNvPr id="56" name="Text 12"/>
          <p:cNvSpPr/>
          <p:nvPr/>
        </p:nvSpPr>
        <p:spPr>
          <a:xfrm>
            <a:off x="773857" y="5000748"/>
            <a:ext cx="6086475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с Bootstrap</a:t>
            </a:r>
            <a:endParaRPr lang="en-US" sz="2400" dirty="0"/>
          </a:p>
        </p:txBody>
      </p:sp>
      <p:sp>
        <p:nvSpPr>
          <p:cNvPr id="57" name="Shape 13"/>
          <p:cNvSpPr/>
          <p:nvPr/>
        </p:nvSpPr>
        <p:spPr>
          <a:xfrm>
            <a:off x="7217520" y="3680226"/>
            <a:ext cx="6482120" cy="1797844"/>
          </a:xfrm>
          <a:prstGeom prst="roundRect">
            <a:avLst>
              <a:gd name="adj" fmla="val 4443"/>
            </a:avLst>
          </a:prstGeom>
          <a:ln w="28575">
            <a:solidFill>
              <a:srgbClr val="76B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8" name="Text 15"/>
          <p:cNvSpPr/>
          <p:nvPr/>
        </p:nvSpPr>
        <p:spPr>
          <a:xfrm>
            <a:off x="7415283" y="4607961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Flask-Login</a:t>
            </a:r>
            <a:endParaRPr lang="en-US" sz="2400" b="1" dirty="0"/>
          </a:p>
        </p:txBody>
      </p:sp>
      <p:sp>
        <p:nvSpPr>
          <p:cNvPr id="59" name="Text 16"/>
          <p:cNvSpPr/>
          <p:nvPr/>
        </p:nvSpPr>
        <p:spPr>
          <a:xfrm>
            <a:off x="7415283" y="5000748"/>
            <a:ext cx="608659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 аутентификации</a:t>
            </a:r>
            <a:endParaRPr lang="en-US" sz="2400" dirty="0"/>
          </a:p>
        </p:txBody>
      </p:sp>
      <p:pic>
        <p:nvPicPr>
          <p:cNvPr id="65" name="Рисунок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772" y="7593092"/>
            <a:ext cx="1971675" cy="609600"/>
          </a:xfrm>
          <a:prstGeom prst="rect">
            <a:avLst/>
          </a:prstGeom>
        </p:spPr>
      </p:pic>
      <p:pic>
        <p:nvPicPr>
          <p:cNvPr id="66" name="Рисунок 6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520" y="5766687"/>
            <a:ext cx="6482120" cy="2369816"/>
          </a:xfrm>
          <a:prstGeom prst="rect">
            <a:avLst/>
          </a:prstGeom>
        </p:spPr>
      </p:pic>
      <p:pic>
        <p:nvPicPr>
          <p:cNvPr id="67" name="Рисунок 66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31"/>
          <a:stretch/>
        </p:blipFill>
        <p:spPr>
          <a:xfrm>
            <a:off x="1263791" y="5766687"/>
            <a:ext cx="4902200" cy="2323038"/>
          </a:xfrm>
          <a:prstGeom prst="rect">
            <a:avLst/>
          </a:prstGeom>
        </p:spPr>
      </p:pic>
      <p:pic>
        <p:nvPicPr>
          <p:cNvPr id="6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71" y="1796127"/>
            <a:ext cx="666274" cy="666274"/>
          </a:xfrm>
          <a:prstGeom prst="rect">
            <a:avLst/>
          </a:prstGeom>
        </p:spPr>
      </p:pic>
      <p:pic>
        <p:nvPicPr>
          <p:cNvPr id="6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283" y="1840110"/>
            <a:ext cx="666274" cy="666274"/>
          </a:xfrm>
          <a:prstGeom prst="rect">
            <a:avLst/>
          </a:prstGeom>
        </p:spPr>
      </p:pic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71" y="3773451"/>
            <a:ext cx="666274" cy="666274"/>
          </a:xfrm>
          <a:prstGeom prst="rect">
            <a:avLst/>
          </a:prstGeom>
        </p:spPr>
      </p:pic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283" y="3773451"/>
            <a:ext cx="666274" cy="66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8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717848" y="394734"/>
            <a:ext cx="9800868" cy="654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50"/>
              </a:lnSpc>
            </a:pPr>
            <a:r>
              <a:rPr lang="ru-RU" sz="43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Интерфейс веб-приложения</a:t>
            </a:r>
            <a:r>
              <a:rPr lang="en-US" sz="43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</a:p>
          <a:p>
            <a:pPr>
              <a:lnSpc>
                <a:spcPts val="5150"/>
              </a:lnSpc>
            </a:pPr>
            <a:r>
              <a:rPr lang="ru-RU" sz="3000" u="sng" dirty="0">
                <a:solidFill>
                  <a:srgbClr val="D6E5EF"/>
                </a:solidFill>
                <a:hlinkClick r:id="rId3"/>
              </a:rPr>
              <a:t>https://sign-laguage-tutor.onrender.com</a:t>
            </a:r>
            <a:r>
              <a:rPr lang="en-US" sz="3000" u="sng" dirty="0">
                <a:solidFill>
                  <a:srgbClr val="D6E5EF"/>
                </a:solidFill>
              </a:rPr>
              <a:t> </a:t>
            </a:r>
            <a:endParaRPr lang="en-US" sz="3000" dirty="0">
              <a:solidFill>
                <a:srgbClr val="D6E5EF"/>
              </a:solidFill>
            </a:endParaRPr>
          </a:p>
        </p:txBody>
      </p:sp>
      <p:sp>
        <p:nvSpPr>
          <p:cNvPr id="20" name="Text 1"/>
          <p:cNvSpPr/>
          <p:nvPr/>
        </p:nvSpPr>
        <p:spPr>
          <a:xfrm>
            <a:off x="704612" y="1610678"/>
            <a:ext cx="13221176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5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51FBCD6-DC60-554C-A1B5-8118686D32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6" r="10446"/>
          <a:stretch>
            <a:fillRect/>
          </a:stretch>
        </p:blipFill>
        <p:spPr bwMode="auto">
          <a:xfrm>
            <a:off x="661155" y="4765408"/>
            <a:ext cx="4870357" cy="32793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4EE4A2B-79A6-8442-8A53-3BDEA314A6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8" r="8428"/>
          <a:stretch>
            <a:fillRect/>
          </a:stretch>
        </p:blipFill>
        <p:spPr bwMode="auto">
          <a:xfrm>
            <a:off x="704612" y="1872377"/>
            <a:ext cx="4870357" cy="26313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8A314D0-596F-A441-A08C-11078068AAD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7"/>
          <a:stretch/>
        </p:blipFill>
        <p:spPr>
          <a:xfrm>
            <a:off x="5963746" y="1869017"/>
            <a:ext cx="5540897" cy="2634692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05772" y="7593092"/>
            <a:ext cx="1971675" cy="6096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DA1C851-F4EA-2F44-832F-DD3A97CD57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292" y="4765408"/>
            <a:ext cx="5601803" cy="32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6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AFE43B-BF71-11E5-8411-E8613594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772" y="7593092"/>
            <a:ext cx="1971675" cy="6096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BD731D-53AF-6F73-032C-3C8DFBB6F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66" y="2126993"/>
            <a:ext cx="4583632" cy="45723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9971C4-7C0B-2B3E-30EF-E0DDA4A5C462}"/>
              </a:ext>
            </a:extLst>
          </p:cNvPr>
          <p:cNvSpPr txBox="1"/>
          <p:nvPr/>
        </p:nvSpPr>
        <p:spPr>
          <a:xfrm>
            <a:off x="530943" y="446006"/>
            <a:ext cx="864255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150"/>
              </a:lnSpc>
            </a:pPr>
            <a:r>
              <a:rPr lang="en-US" sz="44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QR-</a:t>
            </a:r>
            <a:r>
              <a:rPr lang="ru-RU" sz="44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код для перехода на сайт</a:t>
            </a:r>
            <a:endParaRPr lang="en-US" sz="4400" dirty="0">
              <a:solidFill>
                <a:srgbClr val="D6E5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885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704612" y="528548"/>
            <a:ext cx="9800868" cy="654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43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Заключение</a:t>
            </a:r>
            <a:endParaRPr lang="en-US" sz="4300" dirty="0">
              <a:solidFill>
                <a:srgbClr val="76B9FF"/>
              </a:solidFill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772" y="7593092"/>
            <a:ext cx="1971675" cy="6096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735093" y="1422983"/>
            <a:ext cx="8002968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13" y="1422983"/>
            <a:ext cx="125016" cy="1367909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083827" y="1680277"/>
            <a:ext cx="5584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Полнофункциональное приложение</a:t>
            </a:r>
            <a:endParaRPr lang="en-US" sz="2600" dirty="0"/>
          </a:p>
        </p:txBody>
      </p:sp>
      <p:sp>
        <p:nvSpPr>
          <p:cNvPr id="13" name="Text 3"/>
          <p:cNvSpPr/>
          <p:nvPr/>
        </p:nvSpPr>
        <p:spPr>
          <a:xfrm>
            <a:off x="1083827" y="2170696"/>
            <a:ext cx="736112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Language Tutor готов к использованию</a:t>
            </a:r>
            <a:endParaRPr lang="en-US" sz="2400" dirty="0"/>
          </a:p>
        </p:txBody>
      </p:sp>
      <p:sp>
        <p:nvSpPr>
          <p:cNvPr id="14" name="Shape 4"/>
          <p:cNvSpPr/>
          <p:nvPr/>
        </p:nvSpPr>
        <p:spPr>
          <a:xfrm>
            <a:off x="735092" y="3017706"/>
            <a:ext cx="8002969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12" y="3017706"/>
            <a:ext cx="129125" cy="1367909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083827" y="3275000"/>
            <a:ext cx="30027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Модульный подход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>
            <a:off x="1083827" y="3765419"/>
            <a:ext cx="736112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Эффективная система обучения</a:t>
            </a:r>
            <a:endParaRPr lang="en-US" sz="2400" dirty="0"/>
          </a:p>
        </p:txBody>
      </p:sp>
      <p:sp>
        <p:nvSpPr>
          <p:cNvPr id="18" name="Shape 7"/>
          <p:cNvSpPr/>
          <p:nvPr/>
        </p:nvSpPr>
        <p:spPr>
          <a:xfrm>
            <a:off x="735092" y="4612429"/>
            <a:ext cx="8002969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12" y="4612429"/>
            <a:ext cx="129125" cy="1367909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1083827" y="4869723"/>
            <a:ext cx="3367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Современные методы</a:t>
            </a:r>
            <a:endParaRPr lang="en-US" sz="2600" dirty="0"/>
          </a:p>
        </p:txBody>
      </p:sp>
      <p:sp>
        <p:nvSpPr>
          <p:cNvPr id="27" name="Text 9"/>
          <p:cNvSpPr/>
          <p:nvPr/>
        </p:nvSpPr>
        <p:spPr>
          <a:xfrm>
            <a:off x="1083827" y="5360142"/>
            <a:ext cx="736112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запоминания повышает результативность</a:t>
            </a:r>
            <a:endParaRPr lang="en-US" sz="2400" dirty="0"/>
          </a:p>
        </p:txBody>
      </p:sp>
      <p:sp>
        <p:nvSpPr>
          <p:cNvPr id="29" name="Shape 7"/>
          <p:cNvSpPr/>
          <p:nvPr/>
        </p:nvSpPr>
        <p:spPr>
          <a:xfrm>
            <a:off x="735092" y="6237632"/>
            <a:ext cx="8002969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12" y="6237632"/>
            <a:ext cx="129125" cy="1367909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1083827" y="6494926"/>
            <a:ext cx="3367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</a:t>
            </a:r>
            <a:endParaRPr lang="en-US" sz="2600" dirty="0"/>
          </a:p>
        </p:txBody>
      </p:sp>
      <p:sp>
        <p:nvSpPr>
          <p:cNvPr id="32" name="Text 9"/>
          <p:cNvSpPr/>
          <p:nvPr/>
        </p:nvSpPr>
        <p:spPr>
          <a:xfrm>
            <a:off x="1083827" y="6985345"/>
            <a:ext cx="736112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ru-RU" sz="2400" dirty="0">
                <a:solidFill>
                  <a:srgbClr val="D6E5EF"/>
                </a:solidFill>
                <a:latin typeface="Roboto" panose="020B0604020202020204" charset="0"/>
                <a:ea typeface="Roboto" panose="020B0604020202020204" charset="0"/>
              </a:rPr>
              <a:t>Отслеживание и анализ прогресса в изучении</a:t>
            </a:r>
          </a:p>
        </p:txBody>
      </p:sp>
      <p:pic>
        <p:nvPicPr>
          <p:cNvPr id="33" name="Рисунок 32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151" y="766102"/>
            <a:ext cx="5327333" cy="3534993"/>
          </a:xfrm>
          <a:prstGeom prst="rect">
            <a:avLst/>
          </a:prstGeom>
        </p:spPr>
      </p:pic>
      <p:pic>
        <p:nvPicPr>
          <p:cNvPr id="34" name="Рисунок 33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151" y="4611323"/>
            <a:ext cx="5327333" cy="328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6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CB5AC7-3C54-FC65-DA4F-BB1E9827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772" y="7593092"/>
            <a:ext cx="1971675" cy="60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E8D79D-8ED5-6E32-9B60-90A129CFDEE2}"/>
              </a:ext>
            </a:extLst>
          </p:cNvPr>
          <p:cNvSpPr txBox="1"/>
          <p:nvPr/>
        </p:nvSpPr>
        <p:spPr>
          <a:xfrm>
            <a:off x="2400300" y="3719980"/>
            <a:ext cx="10615613" cy="78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150"/>
              </a:lnSpc>
            </a:pPr>
            <a:r>
              <a:rPr lang="ru-RU" sz="6000" dirty="0">
                <a:solidFill>
                  <a:srgbClr val="76B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СПАСИБО ЗА ВНИМАНИЕ!</a:t>
            </a:r>
            <a:endParaRPr lang="en-US" sz="6000" dirty="0">
              <a:solidFill>
                <a:srgbClr val="D6E5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734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194</Words>
  <Application>Microsoft Macintosh PowerPoint</Application>
  <PresentationFormat>Произвольный</PresentationFormat>
  <Paragraphs>49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Geist Bold</vt:lpstr>
      <vt:lpstr>DM Sans</vt:lpstr>
      <vt:lpstr>Roboto Slab</vt:lpstr>
      <vt:lpstr>Roboto</vt:lpstr>
      <vt:lpstr>Libre Baskerville</vt:lpstr>
      <vt:lpstr>Arial</vt:lpstr>
      <vt:lpstr>Geist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Ульяна Сухова</cp:lastModifiedBy>
  <cp:revision>19</cp:revision>
  <dcterms:created xsi:type="dcterms:W3CDTF">2026-01-29T18:27:46Z</dcterms:created>
  <dcterms:modified xsi:type="dcterms:W3CDTF">2026-04-27T17:26:01Z</dcterms:modified>
</cp:coreProperties>
</file>